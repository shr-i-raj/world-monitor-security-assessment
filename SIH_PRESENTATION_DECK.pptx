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b="1" sz="1400"/>
              <a:t>Problem Statement ID: </a:t>
            </a:r>
            <a:r>
              <a:rPr b="0" sz="1400"/>
              <a:t>SIH26163 (Serial No. 163)</a:t>
            </a:r>
            <a:endParaRPr lang="en-US" dirty="0"/>
          </a:p>
          <a:p>
            <a:pPr>
              <a:spcAft>
                <a:spcPts val="600"/>
              </a:spcAft>
            </a:pPr>
            <a:r>
              <a:rPr b="1" sz="1400"/>
              <a:t>Problem Statement Title: </a:t>
            </a:r>
            <a:r>
              <a:rPr b="0" sz="1400"/>
              <a:t>Security Assessment of the World Monitor application</a:t>
            </a:r>
          </a:p>
          <a:p>
            <a:pPr>
              <a:spcAft>
                <a:spcPts val="600"/>
              </a:spcAft>
            </a:pPr>
            <a:r>
              <a:rPr b="1" sz="1400"/>
              <a:t>Theme: </a:t>
            </a:r>
            <a:r>
              <a:rPr b="0" sz="1400"/>
              <a:t>Smart Automation / Cybersecurity</a:t>
            </a:r>
          </a:p>
          <a:p>
            <a:pPr>
              <a:spcAft>
                <a:spcPts val="600"/>
              </a:spcAft>
            </a:pPr>
            <a:r>
              <a:rPr b="1" sz="1400"/>
              <a:t>PS Category: </a:t>
            </a:r>
            <a:r>
              <a:rPr b="0" sz="1400"/>
              <a:t>Software Edition</a:t>
            </a:r>
          </a:p>
          <a:p>
            <a:pPr>
              <a:spcAft>
                <a:spcPts val="600"/>
              </a:spcAft>
            </a:pPr>
            <a:r>
              <a:rPr b="1" sz="1400"/>
              <a:t>Sponsoring Agency: </a:t>
            </a:r>
            <a:r>
              <a:rPr b="0" sz="1400"/>
              <a:t>National Technical Research Organisation (NTRO)</a:t>
            </a:r>
          </a:p>
          <a:p>
            <a:pPr>
              <a:spcAft>
                <a:spcPts val="600"/>
              </a:spcAft>
            </a:pPr>
            <a:r>
              <a:rPr b="1" sz="1400"/>
              <a:t>Team Name: </a:t>
            </a:r>
            <a:r>
              <a:rPr b="0" sz="1400"/>
              <a:t>Security Assessment Team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t>PROPOSED SOLUTION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v"/>
              <a:defRPr b="1" sz="1500">
                <a:solidFill>
                  <a:srgbClr val="0066CC"/>
                </a:solidFill>
              </a:defRPr>
            </a:pPr>
            <a:r>
              <a:t>Proposed Solution &amp; Prototype Overview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Comprehensive Vulnerability Assessment &amp; Penetration Testing (VAPT) audit framework and automated security test suite for World Monitor.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Covers end-to-end evaluation of Edge Runtime proxy handlers, CORS security policies, session lifecycle, and client-side DOM parsers.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b="1" sz="1500">
                <a:solidFill>
                  <a:srgbClr val="0066CC"/>
                </a:solidFill>
              </a:defRPr>
            </a:pPr>
            <a:r>
              <a:t>How It Addresses NTRO Requirements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Identifies 7 critical/high/medium security findings with full root cause analysis and CVSS v3.1 vector metrics.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Delivers 5 production-ready code patches preventing cloud metadata exfiltration (169.254.169.254) and internal service exposure.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Provides an executable Python test suite (run_security_audit.py) for continuous automated security verification.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b="1" sz="1500">
                <a:solidFill>
                  <a:srgbClr val="0066CC"/>
                </a:solidFill>
              </a:defRPr>
            </a:pPr>
            <a:r>
              <a:t>Innovation and Uniqueness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Socket-Pinned Edge DNS Fix: Solves the Vercel Edge Runtime DNS Rebinding (TOCTOU) vulnerability with single-pass IP connection handling.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Zero-Dependency Audit Runner: Python-based automated testing harness operating out-of-the-box in any CI/CD pipeline.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Security Assessment Team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b="1" sz="1500">
                <a:solidFill>
                  <a:srgbClr val="0066CC"/>
                </a:solidFill>
              </a:defRPr>
            </a:pPr>
            <a:r>
              <a:t>Technologies &amp; Frameworks Used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Languages &amp; Runtimes: Python 3 (Audit Runner/PoCs), TypeScript / JavaScript (Edge Handlers).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Standards &amp; Protocols: OWASP WSTG v4.2, OWASP Top 10 API (2023), NIST SP 800-115, CVSS v3.1.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Target Architecture: Vercel Edge Functions, Vite, Convex Database, DOMPurify.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b="1" sz="1500">
                <a:solidFill>
                  <a:srgbClr val="0066CC"/>
                </a:solidFill>
              </a:defRPr>
            </a:pPr>
            <a:r>
              <a:t>Audit Methodology &amp; Execution Process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1. Static Application Security Testing (SAST): Code auditing of api/mcp-proxy.ts, api/rss-proxy.js, api/_cors.js, and api/_session.js.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2. Edge Reverse Engineering: Uncovering Time-of-Check Time-of-Use (TOCTOU) DNS rebinding flaws during Edge Runtime fetch calls.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3. Dynamic Verification &amp; PoC Suite: Executing python-based exploits to verify loopback, metadata, and open redirect targets.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4. Security Hardening: Developing production code patches for single-pass socket pinning and recursive redirect validation.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Security Assessment Team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1500">
                <a:solidFill>
                  <a:srgbClr val="0066CC"/>
                </a:solidFill>
              </a:defRPr>
            </a:pPr>
            <a:r>
              <a:t>Feasibility Analysis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Automated test suite (run_security_audit.py) executes in under 5 seconds with zero external library dependencies.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Security patches are drop-in compatible with existing Vercel Edge Runtime functions and Node.js APIs.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b="1" sz="1500">
                <a:solidFill>
                  <a:srgbClr val="0066CC"/>
                </a:solidFill>
              </a:defRPr>
            </a:pPr>
            <a:r>
              <a:t>Identified Vulnerability Risks &amp; Challenges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VULN-01/03 (High - CVSS 8.2/7.2): DNS Rebinding SSRF to AWS/GCP IMDS (169.254.169.254) via unpinned Edge fetch.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VULN-02 (High - CVSS 7.5): RSS Proxy domain allowlist bypass via open HTTP redirects on allowed hosts.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VULN-04 (Medium - CVSS 6.5): Refusal CORS headers echoing untrusted origins with Access-Control-Allow-Credentials: true.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b="1" sz="1500">
                <a:solidFill>
                  <a:srgbClr val="0066CC"/>
                </a:solidFill>
              </a:defRPr>
            </a:pPr>
            <a:r>
              <a:t>Mitigation Strategies &amp; Hardening Controls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Socket-Pinned Resolution: Single-pass IP connection with Host header retention (patch_mcp_proxy_ssrf.ts).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Redirect Inspection: Recursive DNS IP validation on every HTTP redirect hop (patch_rss_proxy_redirects.js).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CORS Sanitization: Neutralizing credentials reflection on 403/401 refusal headers (patch_cors_refusal.js).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Security Assessment Team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1500">
                <a:solidFill>
                  <a:srgbClr val="0066CC"/>
                </a:solidFill>
              </a:defRPr>
            </a:pPr>
            <a:r>
              <a:t>Target Audience &amp; Infrastructure Impact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Cloud Metadata Defense: Blocks unauthorized access to 169.254.169.254, protecting AWS EC2 / GCP instance tokens.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Internal Service Isolation: Prevents malicious pivoting to loopback addresses (127.0.0.1:8080) and internal Redis ports.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Resource Protection: Prevents CPU resource exhaustion attacks on serverless Edge functions during degraded rate-limit states.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b="1" sz="1500">
                <a:solidFill>
                  <a:srgbClr val="0066CC"/>
                </a:solidFill>
              </a:defRPr>
            </a:pPr>
            <a:r>
              <a:t>Platform &amp; Operational Benefits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Dashboard Data Integrity: Ensures OSINT geospatial threat intelligence feeds remain immune to stored DOM XSS payloads.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Session Security: Binds anonymous session tokens to IP subnets and reduces TTL from 12 hours to 1 hour.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Turnkey Value for NTRO: Immediate production code patches and automated CI/CD security regression test suite.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Security Assessment Team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1500">
                <a:solidFill>
                  <a:srgbClr val="0066CC"/>
                </a:solidFill>
              </a:defRPr>
            </a:pPr>
            <a:r>
              <a:t>Project Reference &amp; Code Assets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Official GitHub Repository: https://github.com/Shr-i-raj/world-monitor-security-assessment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Full VAPT Audit Report: SECURITY_ASSESSMENT_REPORT.md (Complete technical breakdown of 7 findings &amp; CVSS v3.1 metrics)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Discovery Methodology Guide: VULNERABILITY_DISCOVERY_METHODOLOGY.md (Step-by-step SAST &amp; Edge reverse engineering guide)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Automated Test Harness: security_tests/run_security_audit.py (Python verification suite)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b="1" sz="1500">
                <a:solidFill>
                  <a:srgbClr val="0066CC"/>
                </a:solidFill>
              </a:defRPr>
            </a:pPr>
            <a:r>
              <a:t>Standards &amp; Framework References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OWASP Web Security Testing Guide (WSTG v4.2)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OWASP Top 10 API Security Risks (2023 Edition)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NIST SP 800-115 (Technical Guide to Information Security Testing and Assessment)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CVSS v3.1 Vulnerability Scoring Standard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Security Assessment Team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